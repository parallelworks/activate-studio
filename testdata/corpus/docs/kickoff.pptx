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note: mention the rerun policy.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/>
        </p:nvSpPr>
        <p:spPr>
          <a:xfrm>
            <a:off x="500000" y="300000"/>
            <a:ext cx="6000000" cy="1000000"/>
          </a:xfrm>
        </p:spPr>
        <p:txBody>
          <a:bodyPr/>
          <a:lstStyle/>
          <a:p>
            <a:r>
              <a:rPr lang="en-US"/>
              <a:t>Kickoff Review</a:t>
            </a:r>
          </a:p>
        </p:txBody>
      </p:sp>
      <p:sp>
        <p:nvSpPr>
          <p:cNvPr id="3" name="Content 2"/>
          <p:cNvSpPr>
            <a:spLocks noGrp="1"/>
          </p:cNvSpPr>
          <p:nvPr/>
        </p:nvSpPr>
        <p:spPr>
          <a:xfrm>
            <a:off x="500000" y="1600000"/>
            <a:ext cx="6000000" cy="2000000"/>
          </a:xfrm>
        </p:spPr>
        <p:txBody>
          <a:bodyPr/>
          <a:lstStyle/>
          <a:p>
            <a:r>
              <a:rPr lang="en-US"/>
              <a:t>Three cases are queued for this week.</a:t>
            </a:r>
          </a:p>
          <a:p>
            <a:r>
              <a:rPr lang="en-US"/>
              <a:t>Tracking code MESH-REFINEMENT-2261 covers the refinement pass.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/>
        </p:nvSpPr>
        <p:spPr>
          <a:xfrm>
            <a:off x="500000" y="300000"/>
            <a:ext cx="6000000" cy="1000000"/>
          </a:xfrm>
        </p:spPr>
        <p:txBody>
          <a:bodyPr/>
          <a:lstStyle/>
          <a:p>
            <a:r>
              <a:rPr lang="en-US"/>
              <a:t>Mesh budget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="500000" y="2000000"/>
          <a:ext cx="6000000" cy="1500000"/>
        </p:xfrm>
        <a:graphic>
          <a:graphicData uri="http://schemas.openxmlformats.org/drawingml/2006/table">
            <a:tbl>
              <a:tblPr/>
              <a:tblGrid>
                <a:gridCol w="2000000"/>
                <a:gridCol w="2000000"/>
              </a:tblGrid>
              <a:tr h="370000">
                <a:tc>
                  <a:txBody>
                    <a:bodyPr/>
                    <a:lstStyle/>
                    <a:p>
                      <a:r>
                        <a:rPr lang="en-US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cells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en-US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1.2M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en-US"/>
                        <a:t>refined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